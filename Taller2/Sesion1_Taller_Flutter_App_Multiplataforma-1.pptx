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457200"/>
            <a:ext cx="45720" cy="45720"/>
          </a:xfrm>
          <a:prstGeom prst="ellipse">
            <a:avLst/>
          </a:prstGeom>
          <a:solidFill>
            <a:srgbClr val="13B9FD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TECNOLOGÍAS · RECUPERACIÓN DE CLASE · SESIÓN 1 DE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Primera App Multiplataforma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del entorno + Counter App con Flutter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1280160" cy="5486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código, dos sistemas operativos: Android y Windows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UMB · Clase virtual (3 horas)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 (3 horas)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instalar, construir y ejecutar — no solo a ver diapositivas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Flutter?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La herramienta que usaremos hoy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1228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del entorno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1031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· Flutter SDK + VS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proyecto Flutter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Widgets, main.dart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29184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1: Counter 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6118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Construimos la app juntos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en Android y Windows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1206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Verificamos que corra en 2 SO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02920" cy="50292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entregable de hoy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51206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· Qué traer a la sesión 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Flutter?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multiplataforma que usaremos hoy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17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código Dart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a apps nativas reales para Android, iOS, Windows, macOS, Linux y Web.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17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Google,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 producción por BMW, Alibaba, eBay y Google Pay.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17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Perfecto para la guía: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logramos correr la misma app en Android y en Windows sin tocar el código.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en el mapa de la guía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2478024"/>
            <a:ext cx="118872" cy="118872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231343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Mencionado en el marco conceptual como herramienta multiplataforma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3392424"/>
            <a:ext cx="118872" cy="118872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322783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código nativo real (no es un WebView disfrazado)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4306824"/>
            <a:ext cx="118872" cy="118872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4142232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Android = 2 de los 3 SO que pide la guía, sin necesitar Mac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del entorno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necesitamos antes de programar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7" name="Image 0" descr="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11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SDK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desde flutter.dev y descomprime en una carpeta sin espacios (ej: C:\flutter)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892808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12" name="Image 1" descr="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011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al PATH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26280" y="2880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poder escribir 'flutter' desde cualquier terminal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75320" y="1892808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17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0116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75320" y="2880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donde escribiremos todo el código de hoy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41648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22" name="Image 3" descr="icons/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1605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Flutter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5029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Instálala desde el panel de extensiones de VS Code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9768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041648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27" name="Image 4" descr="icons/smart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605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26280" y="5029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 el emulador de Android y las herramientas de SDK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46720" y="3840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A254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75320" y="4041648"/>
            <a:ext cx="502920" cy="50292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32" name="Image 5" descr="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1605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75320" y="4663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doctor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275320" y="50292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que verifica que todo esté bien instalado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tu instalación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que lo revisa todo por ti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97280" y="1737360"/>
            <a:ext cx="9966960" cy="3291840"/>
          </a:xfrm>
          <a:prstGeom prst="roundRect">
            <a:avLst>
              <a:gd name="adj" fmla="val 2222"/>
            </a:avLst>
          </a:prstGeom>
          <a:solidFill>
            <a:srgbClr val="000000"/>
          </a:solidFill>
          <a:ln w="12700">
            <a:solidFill>
              <a:srgbClr val="2A3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96596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B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flutter doctor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368296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 summary: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7706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Flutter (Channel stable, 3.24.0)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172968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Android toolchain - develop for Android devices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357530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Chrome - develop for the web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9776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Visual Studio - develop Windows apps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4379976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[✓] VS Code (version 1.92)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478231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No issues found!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ves alguna [✗] o [!], levanta la mano — la resolvemos antes de seguir.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proyecto Flutter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crea 'flutter create'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2F8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mi_app/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980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main.dart   ← tu código vive aquí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369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android/         ← proyecto nativo Android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75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windows/         ← proyecto nativo Windows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pubspec.yaml     ← dependencias del proyecto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553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test/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69164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Widget: el bloque de construcción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432304"/>
            <a:ext cx="118872" cy="118872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6771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Flutter, TODO es un widget: un texto, un botón, incluso la pantalla completa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346704"/>
            <a:ext cx="118872" cy="118872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18211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StatelessWidget: no cambia (un título, un ícono)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61104"/>
            <a:ext cx="118872" cy="118872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9651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StatefulWidget: puede cambiar (¡nuestro contador de hoy!)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PRÁCTICO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Construyamos la Counter 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con un botón que suma cada vez que lo presionas — el requisito mínimo de la guía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657600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88920" y="3611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proyecto con flutter create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224528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41788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widget con estado (contador)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4791456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791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474573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Ejecutarlo en el emulador Android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5358384"/>
            <a:ext cx="365760" cy="365760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5358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531266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Ejecutarlo como app de escritorio Windows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1: Crear el proyecto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create — un comando, todo listo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3736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B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flutter create contador_app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3B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contador_app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automáticamente: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758184"/>
            <a:ext cx="118872" cy="118872"/>
          </a:xfrm>
          <a:prstGeom prst="ellipse">
            <a:avLst/>
          </a:prstGeom>
          <a:solidFill>
            <a:srgbClr val="0175C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ejemplo (contador) funcionando desde cero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352544"/>
            <a:ext cx="118872" cy="118872"/>
          </a:xfrm>
          <a:prstGeom prst="ellipse">
            <a:avLst/>
          </a:prstGeom>
          <a:solidFill>
            <a:srgbClr val="0175C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206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nativas android/ y windows/ ya configuradas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946904"/>
            <a:ext cx="118872" cy="118872"/>
          </a:xfrm>
          <a:prstGeom prst="ellipse">
            <a:avLst/>
          </a:prstGeom>
          <a:solidFill>
            <a:srgbClr val="0175C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800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pubspec.yaml con el nombre de tu proyecto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abre la carpeta generada directamente en VS Code con 'code .'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2: Escribe el widget con estado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el contenido de lib/main.dart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4892040"/>
          </a:xfrm>
          <a:prstGeom prst="roundRect">
            <a:avLst>
              <a:gd name="adj" fmla="val 1121"/>
            </a:avLst>
          </a:prstGeom>
          <a:solidFill>
            <a:srgbClr val="000000"/>
          </a:solidFill>
          <a:ln w="12700">
            <a:solidFill>
              <a:srgbClr val="2A3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'package:flutter/material.dart';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089404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=&gt; runApp(const MiApp());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702052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008376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MiApp extends StatelessWidget {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314700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MiApp({super.key});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621024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927348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233672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MaterialApp(home: PantallaContador());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539996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152644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5458968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PantallaContador extends StatefulWidget {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765292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6071616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State&lt;PantallaContador&gt; createState() =&gt; _EstadoContador();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6377940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2: El botón y el contador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_EstadoContador — donde vive la magia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5303520"/>
          </a:xfrm>
          <a:prstGeom prst="roundRect">
            <a:avLst>
              <a:gd name="adj" fmla="val 1034"/>
            </a:avLst>
          </a:prstGeom>
          <a:solidFill>
            <a:srgbClr val="000000"/>
          </a:solidFill>
          <a:ln w="12700">
            <a:solidFill>
              <a:srgbClr val="2A3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7276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_EstadoContador extends State&lt;PantallaContador&gt;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422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_contador = 0;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2714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_incrementar()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7860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setState(()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3006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_contador++;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8152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33298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83590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8736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33882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Scaffold(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59028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appBar: AppBar(title: const Text('Mi Primera App')),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84174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Center(child: Text('Veces presionado: $_contador')),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09320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floatingActionButton: FloatingActionButton(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34466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onPressed: _incrementar,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59612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child: const Icon(Icons.add),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84758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609904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35050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6601968"/>
            <a:ext cx="10789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en dos sistemas operativos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código, dos plataformas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A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011680"/>
            <a:ext cx="777240" cy="77724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7" name="Image 0" descr="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94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05840" y="3063240"/>
            <a:ext cx="4480560" cy="54864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0632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B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run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8404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emulador de Android Studio abierto y encendido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73736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A254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0175C2"/>
          </a:solidFill>
          <a:ln/>
        </p:spPr>
      </p:sp>
      <p:pic>
        <p:nvPicPr>
          <p:cNvPr id="14" name="Image 1" descr="icons/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92240" y="3063240"/>
            <a:ext cx="4480560" cy="54864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17" name="Text 13"/>
          <p:cNvSpPr/>
          <p:nvPr/>
        </p:nvSpPr>
        <p:spPr>
          <a:xfrm>
            <a:off x="6492240" y="30632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B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run -d windows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92240" y="38404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como app de escritorio nativa, sin emulador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terminar la sesión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B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tu avance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762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73736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¿flutter doctor no mostró errores?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21762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73736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¿Creaste el proyecto contador_app?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6393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20040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¿Reemplazaste el código de main.dart?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36393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20040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app corrió en el emulador Android?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1023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6634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app corrió como app de Windows?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6634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51023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6634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botón realmente incrementa el número en pantalla?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lograste: ya corriste tu primer código multiplataforma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984248"/>
            <a:ext cx="128016" cy="128016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8288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Instalaste y verificaste tu entorno de desarrollo Flutter.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761488"/>
            <a:ext cx="128016" cy="128016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6060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Entendiste qué es un widget y la diferencia entre Stateless y Stateful.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538728"/>
            <a:ext cx="128016" cy="128016"/>
          </a:xfrm>
          <a:prstGeom prst="ellipse">
            <a:avLst/>
          </a:prstGeom>
          <a:solidFill>
            <a:srgbClr val="13B9F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3832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Construiste una app real que corre en Android y Windows desde el mismo código.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0F3358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Sesión 2, trae: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 contador_app funcionando (¡no lo borres!) y capturas de pantalla de ambas ejecuciones (Android y Windows).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2026-08-26T16:30:10Z</dcterms:created>
  <dcterms:modified xsi:type="dcterms:W3CDTF">2026-08-26T16:30:10Z</dcterms:modified>
</cp:coreProperties>
</file>
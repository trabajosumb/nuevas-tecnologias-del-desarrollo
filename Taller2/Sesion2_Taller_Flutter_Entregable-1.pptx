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TECNOLOGÍAS · RECUPERACIÓN DE CLASE · SESIÓN 2 DE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App al Entregable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Ampliamos la app, la documentamos y la preparamos para publicar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128016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widget · Evidencia en 2 SO · Cuentas de desarrollador · Repaso Saber Pro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UMB · Clase virtual (3 horas)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Recordemos la Sesión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seguir, verifiquemos que todos tengan esto funcionando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6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instalado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 + VS Code + flutter doctor sin errores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1" name="Image 1" descr="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65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contador_app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con flutter create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361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0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con estado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60120" y="4983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_EstadoContador y su setState()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062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1" name="Image 3" descr="icons/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60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Corrió en 2 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983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(emulador) y Windows (escritorio)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 (3 horas)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app funcional a un entregable completo y sustentable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2: Ampliar la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 · Nuevo widget: reiniciar y cambiar de color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02920" cy="50292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Android y 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103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Evidencia con capturas de cada plataforma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desarrollador y tiendas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· Play Store, App Store: qué piden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91840"/>
            <a:ext cx="502920" cy="50292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entregable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6118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Organizar código, capturas, ZIP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tipo Saber Pro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120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· Simulacro de las 10 preguntas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checklist final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5120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· Todo lo que se sube a Canvas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PRÁCTICO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Ampliemos la Counter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agregar un segundo botón y un cambio visual — más allá del mínimo de la guía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3611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botón para reiniciar el contador a cero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4224528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41788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color de fondo cuando el contador sea múltiplo de 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86000" y="4791456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47457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ejecutar en Android y en Windows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86000" y="5358384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531266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las capturas de evidencia para el informe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1: Botón para reiniciar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segundo FloatingActionButton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5394960"/>
          </a:xfrm>
          <a:prstGeom prst="roundRect">
            <a:avLst>
              <a:gd name="adj" fmla="val 1017"/>
            </a:avLst>
          </a:prstGeom>
          <a:solidFill>
            <a:srgbClr val="000000"/>
          </a:solidFill>
          <a:ln w="12700">
            <a:solidFill>
              <a:srgbClr val="2A3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Dentro de _EstadoContador, agrega: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03527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_reiniciar()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16582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setState(()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29638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_contador = 0;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42693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55748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68803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81858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el Scaffold, cambia floatingActionButton por: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194914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floatingActionButton: Row(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07969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mainAxisAlignment: MainAxisAlignment.end,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21024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834079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FloatingActionButton(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47134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_reiniciar,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260190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heroTag: 'btnReset',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473245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const Icon(Icons.refresh),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686300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899355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SizedBox(width: 12),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112410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FloatingActionButton(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325466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_incrementar,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538521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heroTag: 'btnAdd',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751576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const Icon(Icons.add),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964631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6177686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390742"/>
            <a:ext cx="10789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Color que reacciona al contador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visual: múltiplos de 5 cambian el fondo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5394960"/>
          </a:xfrm>
          <a:prstGeom prst="roundRect">
            <a:avLst>
              <a:gd name="adj" fmla="val 1017"/>
            </a:avLst>
          </a:prstGeom>
          <a:solidFill>
            <a:srgbClr val="000000"/>
          </a:solidFill>
          <a:ln w="12700">
            <a:solidFill>
              <a:srgbClr val="2A3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781251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build(BuildContext context) {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053742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esMultiploDe5 = _contador != 0 &amp;&amp; _contador % 5 == 0;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326234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598725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Scaffold(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871216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esMultiploDe5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143707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Colors.green[100]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416198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Colors.white,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688690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appBar: AppBar(title: const Text('Mi Primera App')),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961181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Center(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233672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Text(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06163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'Veces presionado: $_contador',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778654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style: const TextStyle(fontSize: 24),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051146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323637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5596128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floatingActionButton igual que antes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5868619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6141110"/>
            <a:ext cx="10789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Vuelve a ejecutar y verifica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reload: tu mejor amigo hoy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2F8FC"/>
          </a:solidFill>
          <a:ln w="12700">
            <a:solidFill>
              <a:srgbClr val="13B9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3736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app corriendo, guarda el archivo (Ctrl+S) y presiona 'r' en la terminal — Flutter actualiza la app sin reiniciarla desde cero.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2F8FC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3520440"/>
            <a:ext cx="777240" cy="777240"/>
          </a:xfrm>
          <a:prstGeom prst="ellipse">
            <a:avLst/>
          </a:prstGeom>
          <a:solidFill>
            <a:srgbClr val="13B9FD"/>
          </a:solidFill>
          <a:ln/>
        </p:spPr>
      </p:sp>
      <p:pic>
        <p:nvPicPr>
          <p:cNvPr id="9" name="Image 0" descr="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033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3611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Android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8872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 varias veces hasta llegar a un múltiplo de 5 y verifica el cambio de color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320040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2F8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3520440"/>
            <a:ext cx="777240" cy="77724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4" name="Image 1" descr="icon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033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3611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Windows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3796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lo mismo con 'flutter run -d windows' — el comportamiento debe ser idéntico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de desarrollador y tiendas de apps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eslabón: publicar de verdad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7" name="Image 0" descr="icons/upload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desarrollador: pago único de $25 USD. Requiere firmar la app y subir un App Bundle (.aab)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65960"/>
            <a:ext cx="594360" cy="59436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2" name="Image 1" descr="icons/upload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26280" y="3337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desarrollador: $99 USD/año. Requiere Mac con Xcode para compilar y firmar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965960"/>
            <a:ext cx="594360" cy="59436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7" name="Image 2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Store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75320" y="3337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desarrollador: pago único ($19 USD individual). Empaquetado como MSIX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guía: NO es obligatorio publicar de verdad, pero sí entender el proceso y — si quieren — crear la cuenta gratuita/de prueba.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el entregable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realmente van a subir a Canvas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19656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pic>
        <p:nvPicPr>
          <p:cNvPr id="7" name="Image 0" descr="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2938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 el código fuente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207568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proyecto contador_app en un archivo .zip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8FC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688336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pic>
        <p:nvPicPr>
          <p:cNvPr id="12" name="Image 1" descr="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7980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en Android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54480" y="294436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Pantallazo de la app corriendo con el contador en un múltiplo de 5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4290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8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3557016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pic>
        <p:nvPicPr>
          <p:cNvPr id="17" name="Image 2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66674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en Windows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54480" y="381304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pantallazo, pero de la ejecución de escritorio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8FC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425696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pic>
        <p:nvPicPr>
          <p:cNvPr id="22" name="Image 3" descr="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3542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del marco teórico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554480" y="468172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orientadoras + selección y justificación del IDE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51663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2F8FC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294376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pic>
        <p:nvPicPr>
          <p:cNvPr id="27" name="Image 4" descr="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40410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239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en Word o PDF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554480" y="555040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normas APA, listo para subir a Canvas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tipo Saber Pro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 antes de la evaluación real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F3358"/>
          </a:solidFill>
          <a:ln w="12700">
            <a:solidFill>
              <a:srgbClr val="13B9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¿Cuál es la principal ventaja de una app multiplataforma frente a una nativa?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 código se escribe una sola vez y corre en varias plataformas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F3358"/>
          </a:solidFill>
          <a:ln w="12700">
            <a:solidFill>
              <a:srgbClr val="13B9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6440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herramienta usamos hoy para construir la app?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Flutter (con el lenguaje Dart)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F3358"/>
          </a:solidFill>
          <a:ln w="12700">
            <a:solidFill>
              <a:srgbClr val="13B9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817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comando ejecuta la app como programa de escritorio Windows?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flutter run -d windows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real tiene 10 preguntas de selección múltiple con única respuesta.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final de entrega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subir a Canvas, confirma: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8483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73736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Respondiste las preguntas orientadoras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208483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173736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Hiciste el mapa mental de los IDE multiplataforma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33192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297180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Definiste qué es un sistema multiplataforma (marco conceptual)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33192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97180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Justificaste por qué elegiste Flutter como IDE/herramienta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45537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420624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corre en Android y en Windows con evidencia (capturas)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2062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27648" y="45537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420624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Adjuntaste el código fuente completo en .zip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" y="5788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544068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tiene formato PDF/Word con normas APA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54406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2F8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7648" y="5788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544068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Revisaste la rúbrica: procedimental, cognitiva, comunicativa, investigativa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una app publicable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9280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37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dos sesiones pasaron de instalar un entorno a tener una app funcional en dos sistemas operativos.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1576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60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Entendieron qué implica realmente publicar en una tienda de aplicaciones.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3872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383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Practicaron el tipo de preguntas que verán en la evaluación final.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10698480" cy="1828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Bibliografía: Ortega, M. Á. L. (2004). Programación de Dispositivos Móviles con J2ME · Cordova Generator (2016).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¡Éxitos con la entrega! Cualquier duda, la resolvemos en el foro de Canvas.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2026-08-26T16:33:32Z</dcterms:created>
  <dcterms:modified xsi:type="dcterms:W3CDTF">2026-08-26T16:33:32Z</dcterms:modified>
</cp:coreProperties>
</file>